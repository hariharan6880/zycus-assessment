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207</c:v>
                </c:pt>
                <c:pt idx="1">
                  <c:v>159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366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Progressing — a few items in active follow-up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7712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54096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840480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626864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413248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07813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093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1611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045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141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302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82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4675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559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39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444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16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096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3701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735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3535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72867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524227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87452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3977640" y="1961388"/>
            <a:ext cx="2788774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6771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118" dirty="0"/>
          </a:p>
        </p:txBody>
      </p:sp>
      <p:sp>
        <p:nvSpPr>
          <p:cNvPr id="31" name="Shape 29"/>
          <p:cNvSpPr/>
          <p:nvPr/>
        </p:nvSpPr>
        <p:spPr>
          <a:xfrm>
            <a:off x="6088064" y="2354580"/>
            <a:ext cx="1030088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6090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18" dirty="0"/>
          </a:p>
        </p:txBody>
      </p:sp>
      <p:sp>
        <p:nvSpPr>
          <p:cNvPr id="33" name="Shape 31"/>
          <p:cNvSpPr/>
          <p:nvPr/>
        </p:nvSpPr>
        <p:spPr>
          <a:xfrm>
            <a:off x="6389553" y="2747772"/>
            <a:ext cx="979839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5409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118" dirty="0"/>
          </a:p>
        </p:txBody>
      </p:sp>
      <p:sp>
        <p:nvSpPr>
          <p:cNvPr id="35" name="Shape 33"/>
          <p:cNvSpPr/>
          <p:nvPr/>
        </p:nvSpPr>
        <p:spPr>
          <a:xfrm>
            <a:off x="6640793" y="3140964"/>
            <a:ext cx="904467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4728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18" dirty="0"/>
          </a:p>
        </p:txBody>
      </p:sp>
      <p:sp>
        <p:nvSpPr>
          <p:cNvPr id="37" name="Shape 35"/>
          <p:cNvSpPr/>
          <p:nvPr/>
        </p:nvSpPr>
        <p:spPr>
          <a:xfrm>
            <a:off x="7387592" y="3561588"/>
            <a:ext cx="164592" cy="164592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118" dirty="0"/>
          </a:p>
        </p:txBody>
      </p:sp>
      <p:sp>
        <p:nvSpPr>
          <p:cNvPr id="39" name="Shape 37"/>
          <p:cNvSpPr/>
          <p:nvPr/>
        </p:nvSpPr>
        <p:spPr>
          <a:xfrm>
            <a:off x="7495013" y="3927348"/>
            <a:ext cx="678350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3367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118" dirty="0"/>
          </a:p>
        </p:txBody>
      </p:sp>
      <p:sp>
        <p:nvSpPr>
          <p:cNvPr id="41" name="Shape 39"/>
          <p:cNvSpPr/>
          <p:nvPr/>
        </p:nvSpPr>
        <p:spPr>
          <a:xfrm>
            <a:off x="7620633" y="4320540"/>
            <a:ext cx="527606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2686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Build phase</a:t>
            </a:r>
            <a:endParaRPr lang="en-US" sz="1118" dirty="0"/>
          </a:p>
        </p:txBody>
      </p:sp>
      <p:sp>
        <p:nvSpPr>
          <p:cNvPr id="43" name="Shape 41"/>
          <p:cNvSpPr/>
          <p:nvPr/>
        </p:nvSpPr>
        <p:spPr>
          <a:xfrm>
            <a:off x="8148239" y="4713732"/>
            <a:ext cx="1306453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02005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118" dirty="0"/>
          </a:p>
        </p:txBody>
      </p:sp>
      <p:sp>
        <p:nvSpPr>
          <p:cNvPr id="45" name="Shape 43"/>
          <p:cNvSpPr/>
          <p:nvPr/>
        </p:nvSpPr>
        <p:spPr>
          <a:xfrm>
            <a:off x="9479816" y="5106924"/>
            <a:ext cx="11557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1324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Cutover</a:t>
            </a:r>
            <a:endParaRPr lang="en-US" sz="1118" dirty="0"/>
          </a:p>
        </p:txBody>
      </p:sp>
      <p:sp>
        <p:nvSpPr>
          <p:cNvPr id="47" name="Shape 45"/>
          <p:cNvSpPr/>
          <p:nvPr/>
        </p:nvSpPr>
        <p:spPr>
          <a:xfrm>
            <a:off x="10434531" y="5500116"/>
            <a:ext cx="1406949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Workshop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sign off on Test Closure Memo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refreshed Master data for PRODUCTION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Build phase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2026-09-03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Titan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2026-07-10T12:06:36Z</dcterms:created>
  <dcterms:modified xsi:type="dcterms:W3CDTF">2026-07-10T12:06:36Z</dcterms:modified>
</cp:coreProperties>
</file>