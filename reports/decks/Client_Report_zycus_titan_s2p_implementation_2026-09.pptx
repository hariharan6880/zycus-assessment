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Task completion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C39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DCEFEA"/>
              </a:solidFill>
              <a:ln w="9525" cap="flat">
                <a:solidFill>
                  <a:srgbClr val="FFFFFF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Delivered</c:v>
                </c:pt>
                <c:pt idx="1">
                  <c:v>Remaining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207</c:v>
                </c:pt>
                <c:pt idx="1">
                  <c:v>159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343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6052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011680"/>
            <a:ext cx="10543032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Zycus - Titan S2P Implementation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33756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Status Update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4389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of 2026-09-01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54480"/>
            <a:ext cx="3383280" cy="3566160"/>
          </a:xfrm>
          <a:prstGeom prst="roundRect">
            <a:avLst>
              <a:gd name="adj" fmla="val 3243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596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56.6%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project tasks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39776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 of 366 tasks delivered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4343400" y="1600200"/>
          <a:ext cx="3200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7863840" y="16916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status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863840" y="205740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Below target pace — recovery actions in progress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863840" y="32918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in progress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955280" y="365760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3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Documentation workshop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timeline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2267712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3054096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3840480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4626864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5413248"/>
            <a:ext cx="11201400" cy="393192"/>
          </a:xfrm>
          <a:prstGeom prst="rect">
            <a:avLst/>
          </a:prstGeom>
          <a:solidFill>
            <a:srgbClr val="F7F9FB"/>
          </a:solidFill>
          <a:ln/>
        </p:spPr>
      </p:sp>
      <p:sp>
        <p:nvSpPr>
          <p:cNvPr id="9" name="Shape 7"/>
          <p:cNvSpPr/>
          <p:nvPr/>
        </p:nvSpPr>
        <p:spPr>
          <a:xfrm>
            <a:off x="4078136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0936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'26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81611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560458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03258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'26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31418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093027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5827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'26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846750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25597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68397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'26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404443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158166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00966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'26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0937013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690735" y="1874520"/>
            <a:ext cx="0" cy="3931920"/>
          </a:xfrm>
          <a:prstGeom prst="line">
            <a:avLst/>
          </a:prstGeom>
          <a:noFill/>
          <a:ln w="9525">
            <a:solidFill>
              <a:srgbClr val="E1E6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233535" y="160020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 '26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404443" y="1856232"/>
            <a:ext cx="0" cy="3968496"/>
          </a:xfrm>
          <a:prstGeom prst="line">
            <a:avLst/>
          </a:prstGeom>
          <a:noFill/>
          <a:ln w="15875">
            <a:solidFill>
              <a:srgbClr val="024A52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8855803" y="1362456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4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1874520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118" dirty="0"/>
          </a:p>
        </p:txBody>
      </p:sp>
      <p:sp>
        <p:nvSpPr>
          <p:cNvPr id="29" name="Shape 27"/>
          <p:cNvSpPr/>
          <p:nvPr/>
        </p:nvSpPr>
        <p:spPr>
          <a:xfrm>
            <a:off x="3977640" y="1961388"/>
            <a:ext cx="2788774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2267712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 &amp; Data Gathering</a:t>
            </a:r>
            <a:endParaRPr lang="en-US" sz="1118" dirty="0"/>
          </a:p>
        </p:txBody>
      </p:sp>
      <p:sp>
        <p:nvSpPr>
          <p:cNvPr id="31" name="Shape 29"/>
          <p:cNvSpPr/>
          <p:nvPr/>
        </p:nvSpPr>
        <p:spPr>
          <a:xfrm>
            <a:off x="6088064" y="2354580"/>
            <a:ext cx="1030088" cy="219456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660904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</a:t>
            </a:r>
            <a:endParaRPr lang="en-US" sz="1118" dirty="0"/>
          </a:p>
        </p:txBody>
      </p:sp>
      <p:sp>
        <p:nvSpPr>
          <p:cNvPr id="33" name="Shape 31"/>
          <p:cNvSpPr/>
          <p:nvPr/>
        </p:nvSpPr>
        <p:spPr>
          <a:xfrm>
            <a:off x="6389553" y="2747772"/>
            <a:ext cx="979839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054096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</a:t>
            </a:r>
            <a:endParaRPr lang="en-US" sz="1118" dirty="0"/>
          </a:p>
        </p:txBody>
      </p:sp>
      <p:sp>
        <p:nvSpPr>
          <p:cNvPr id="35" name="Shape 33"/>
          <p:cNvSpPr/>
          <p:nvPr/>
        </p:nvSpPr>
        <p:spPr>
          <a:xfrm>
            <a:off x="6640793" y="3140964"/>
            <a:ext cx="904467" cy="219456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447288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118" dirty="0"/>
          </a:p>
        </p:txBody>
      </p:sp>
      <p:sp>
        <p:nvSpPr>
          <p:cNvPr id="37" name="Shape 35"/>
          <p:cNvSpPr/>
          <p:nvPr/>
        </p:nvSpPr>
        <p:spPr>
          <a:xfrm>
            <a:off x="7387592" y="3561588"/>
            <a:ext cx="164592" cy="164592"/>
          </a:xfrm>
          <a:prstGeom prst="diamond">
            <a:avLst/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840480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Hypercare</a:t>
            </a:r>
            <a:endParaRPr lang="en-US" sz="1118" dirty="0"/>
          </a:p>
        </p:txBody>
      </p:sp>
      <p:sp>
        <p:nvSpPr>
          <p:cNvPr id="39" name="Shape 37"/>
          <p:cNvSpPr/>
          <p:nvPr/>
        </p:nvSpPr>
        <p:spPr>
          <a:xfrm>
            <a:off x="7495013" y="3927348"/>
            <a:ext cx="678350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233672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Documentation workshop</a:t>
            </a:r>
            <a:endParaRPr lang="en-US" sz="1118" dirty="0"/>
          </a:p>
        </p:txBody>
      </p:sp>
      <p:sp>
        <p:nvSpPr>
          <p:cNvPr id="41" name="Shape 39"/>
          <p:cNvSpPr/>
          <p:nvPr/>
        </p:nvSpPr>
        <p:spPr>
          <a:xfrm>
            <a:off x="7620633" y="4320540"/>
            <a:ext cx="527606" cy="219456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4626864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and Build phase</a:t>
            </a:r>
            <a:endParaRPr lang="en-US" sz="1118" dirty="0"/>
          </a:p>
        </p:txBody>
      </p:sp>
      <p:sp>
        <p:nvSpPr>
          <p:cNvPr id="43" name="Shape 41"/>
          <p:cNvSpPr/>
          <p:nvPr/>
        </p:nvSpPr>
        <p:spPr>
          <a:xfrm>
            <a:off x="8148239" y="4713732"/>
            <a:ext cx="1306453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020056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Acceptance Testing (UAT)</a:t>
            </a:r>
            <a:endParaRPr lang="en-US" sz="1118" dirty="0"/>
          </a:p>
        </p:txBody>
      </p:sp>
      <p:sp>
        <p:nvSpPr>
          <p:cNvPr id="45" name="Shape 43"/>
          <p:cNvSpPr/>
          <p:nvPr/>
        </p:nvSpPr>
        <p:spPr>
          <a:xfrm>
            <a:off x="9479816" y="5106924"/>
            <a:ext cx="1155708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0080" y="5413248"/>
            <a:ext cx="3246120" cy="393192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en-US" sz="1118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P2P Cutover</a:t>
            </a:r>
            <a:endParaRPr lang="en-US" sz="1118" dirty="0"/>
          </a:p>
        </p:txBody>
      </p:sp>
      <p:sp>
        <p:nvSpPr>
          <p:cNvPr id="47" name="Shape 45"/>
          <p:cNvSpPr/>
          <p:nvPr/>
        </p:nvSpPr>
        <p:spPr>
          <a:xfrm>
            <a:off x="10434531" y="5500116"/>
            <a:ext cx="1406949" cy="21945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0332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2026-01-28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835640" y="585216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2026-12-07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008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 w="9525">
            <a:solidFill>
              <a:srgbClr val="019E7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755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65176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6FC7BA"/>
          </a:solidFill>
          <a:ln w="9525">
            <a:solidFill>
              <a:srgbClr val="3FA59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9923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6208776"/>
            <a:ext cx="274320" cy="146304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9525">
            <a:solidFill>
              <a:srgbClr val="02809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10912" y="615391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been delivered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Gathering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Workshop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UAT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00800" y="160020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350" dirty="0"/>
          </a:p>
          <a:p>
            <a:pPr marL="228600" indent="-228600">
              <a:spcAft>
                <a:spcPts val="700"/>
              </a:spcAft>
              <a:buSzPct val="100000"/>
              <a:buChar char="✓"/>
            </a:pPr>
            <a:r>
              <a:rPr lang="en-US" sz="13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Initiation &amp; Data Gathering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need from you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22960" y="1234440"/>
            <a:ext cx="2011680" cy="64008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EAF7F4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69164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to provide sign off on Test Closure Memo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235440" y="16916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2026-09-23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22960" y="2258568"/>
            <a:ext cx="10515600" cy="457200"/>
          </a:xfrm>
          <a:prstGeom prst="roundRect">
            <a:avLst>
              <a:gd name="adj" fmla="val 12000"/>
            </a:avLst>
          </a:prstGeom>
          <a:solidFill>
            <a:srgbClr val="F5FBFA"/>
          </a:solidFill>
          <a:ln w="6350">
            <a:solidFill>
              <a:srgbClr val="00A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58568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34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Titan to provide refreshed Master data for PRODUCTION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235440" y="225856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2026-09-28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24A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12188952" cy="82296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502920"/>
            <a:ext cx="10543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1920240"/>
            <a:ext cx="10543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phase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228600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Configuration and Build phase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3246120"/>
            <a:ext cx="10543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2026-09-03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120640"/>
            <a:ext cx="105430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for your continued partnership. We look forward to the next milestone together.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Zycus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Zycus - Titan S2P Implementation — Project Status Update</dc:title>
  <dc:subject>PptxGenJS Presentation</dc:subject>
  <dc:creator>Zycus Delivery</dc:creator>
  <cp:lastModifiedBy>Zycus Delivery</cp:lastModifiedBy>
  <cp:revision>1</cp:revision>
  <dcterms:created xsi:type="dcterms:W3CDTF">2026-09-01T10:54:13Z</dcterms:created>
  <dcterms:modified xsi:type="dcterms:W3CDTF">2026-09-01T10:54:13Z</dcterms:modified>
</cp:coreProperties>
</file>