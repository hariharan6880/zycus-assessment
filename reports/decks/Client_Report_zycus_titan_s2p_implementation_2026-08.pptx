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 completion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EFE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Delivered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207</c:v>
                </c:pt>
                <c:pt idx="1">
                  <c:v>159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34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Titan S2P Implementation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Status Update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2026-08-01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56.6%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 tasks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of 366 tasks delivered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343400" y="1600200"/>
          <a:ext cx="3200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8638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20574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target pace — recovery actions in progress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8638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progress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657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Documentation workshop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267712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3054096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840480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4626864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5413248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9" name="Shape 7"/>
          <p:cNvSpPr/>
          <p:nvPr/>
        </p:nvSpPr>
        <p:spPr>
          <a:xfrm>
            <a:off x="4078136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0936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'26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81611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60458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3258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'26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1418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93027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5827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84675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25597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8397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'26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404443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58166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00966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'26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937013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0735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33535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'26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625597" y="1856232"/>
            <a:ext cx="0" cy="3968496"/>
          </a:xfrm>
          <a:prstGeom prst="line">
            <a:avLst/>
          </a:prstGeom>
          <a:noFill/>
          <a:ln w="15875">
            <a:solidFill>
              <a:srgbClr val="024A5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076957" y="13624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1874520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18" dirty="0"/>
          </a:p>
        </p:txBody>
      </p:sp>
      <p:sp>
        <p:nvSpPr>
          <p:cNvPr id="29" name="Shape 27"/>
          <p:cNvSpPr/>
          <p:nvPr/>
        </p:nvSpPr>
        <p:spPr>
          <a:xfrm>
            <a:off x="3977640" y="1961388"/>
            <a:ext cx="2788774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267712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&amp; Data Gathering</a:t>
            </a:r>
            <a:endParaRPr lang="en-US" sz="1118" dirty="0"/>
          </a:p>
        </p:txBody>
      </p:sp>
      <p:sp>
        <p:nvSpPr>
          <p:cNvPr id="31" name="Shape 29"/>
          <p:cNvSpPr/>
          <p:nvPr/>
        </p:nvSpPr>
        <p:spPr>
          <a:xfrm>
            <a:off x="6088064" y="2354580"/>
            <a:ext cx="1030088" cy="219456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660904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18" dirty="0"/>
          </a:p>
        </p:txBody>
      </p:sp>
      <p:sp>
        <p:nvSpPr>
          <p:cNvPr id="33" name="Shape 31"/>
          <p:cNvSpPr/>
          <p:nvPr/>
        </p:nvSpPr>
        <p:spPr>
          <a:xfrm>
            <a:off x="6389553" y="2747772"/>
            <a:ext cx="979839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054096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</a:t>
            </a:r>
            <a:endParaRPr lang="en-US" sz="1118" dirty="0"/>
          </a:p>
        </p:txBody>
      </p:sp>
      <p:sp>
        <p:nvSpPr>
          <p:cNvPr id="35" name="Shape 33"/>
          <p:cNvSpPr/>
          <p:nvPr/>
        </p:nvSpPr>
        <p:spPr>
          <a:xfrm>
            <a:off x="6640793" y="3140964"/>
            <a:ext cx="904467" cy="219456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447288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118" dirty="0"/>
          </a:p>
        </p:txBody>
      </p:sp>
      <p:sp>
        <p:nvSpPr>
          <p:cNvPr id="37" name="Shape 35"/>
          <p:cNvSpPr/>
          <p:nvPr/>
        </p:nvSpPr>
        <p:spPr>
          <a:xfrm>
            <a:off x="7387592" y="3561588"/>
            <a:ext cx="164592" cy="164592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840480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118" dirty="0"/>
          </a:p>
        </p:txBody>
      </p:sp>
      <p:sp>
        <p:nvSpPr>
          <p:cNvPr id="39" name="Shape 37"/>
          <p:cNvSpPr/>
          <p:nvPr/>
        </p:nvSpPr>
        <p:spPr>
          <a:xfrm>
            <a:off x="7495013" y="3927348"/>
            <a:ext cx="678350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233672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Documentation workshop</a:t>
            </a:r>
            <a:endParaRPr lang="en-US" sz="1118" dirty="0"/>
          </a:p>
        </p:txBody>
      </p:sp>
      <p:sp>
        <p:nvSpPr>
          <p:cNvPr id="41" name="Shape 39"/>
          <p:cNvSpPr/>
          <p:nvPr/>
        </p:nvSpPr>
        <p:spPr>
          <a:xfrm>
            <a:off x="7620633" y="4320540"/>
            <a:ext cx="527606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626864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and Build phase</a:t>
            </a:r>
            <a:endParaRPr lang="en-US" sz="1118" dirty="0"/>
          </a:p>
        </p:txBody>
      </p:sp>
      <p:sp>
        <p:nvSpPr>
          <p:cNvPr id="43" name="Shape 41"/>
          <p:cNvSpPr/>
          <p:nvPr/>
        </p:nvSpPr>
        <p:spPr>
          <a:xfrm>
            <a:off x="8148239" y="4713732"/>
            <a:ext cx="1306453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020056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</a:t>
            </a:r>
            <a:endParaRPr lang="en-US" sz="1118" dirty="0"/>
          </a:p>
        </p:txBody>
      </p:sp>
      <p:sp>
        <p:nvSpPr>
          <p:cNvPr id="45" name="Shape 43"/>
          <p:cNvSpPr/>
          <p:nvPr/>
        </p:nvSpPr>
        <p:spPr>
          <a:xfrm>
            <a:off x="9479816" y="5106924"/>
            <a:ext cx="1155708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413248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Cutover</a:t>
            </a:r>
            <a:endParaRPr lang="en-US" sz="1118" dirty="0"/>
          </a:p>
        </p:txBody>
      </p:sp>
      <p:sp>
        <p:nvSpPr>
          <p:cNvPr id="47" name="Shape 45"/>
          <p:cNvSpPr/>
          <p:nvPr/>
        </p:nvSpPr>
        <p:spPr>
          <a:xfrm>
            <a:off x="10434531" y="5500116"/>
            <a:ext cx="1406949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0332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2026-01-28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83564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2026-12-07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08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755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5176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9923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1091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been delivered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Gathering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Workshop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&amp; Data Gathering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to provide sign off on Test Closure Memo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23544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2026-09-23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5856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585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to provide refreshed Master data for PRODUCTION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0" y="2258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2026-09-28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phase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and Build phase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2026-09-03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continued partnership. We look forward to the next milestone together.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Zycus - Titan S2P Implementation — Project Status Update</dc:title>
  <dc:subject>PptxGenJS Presentation</dc:subject>
  <dc:creator>Zycus Delivery</dc:creator>
  <cp:lastModifiedBy>Zycus Delivery</cp:lastModifiedBy>
  <cp:revision>1</cp:revision>
  <dcterms:created xsi:type="dcterms:W3CDTF">2026-08-01T08:08:15Z</dcterms:created>
  <dcterms:modified xsi:type="dcterms:W3CDTF">2026-08-01T08:08:15Z</dcterms:modified>
</cp:coreProperties>
</file>