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2188952" cy="8229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2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Health Review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Cross-project synthesis for Zycus leadership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projects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As of 2026-10-01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5430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of 2 active project(s); worst current status is Red. 2 at Red (Zycus - Titan S2P Implementation, Zycus - UniSan S2P Implementation).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snapshot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computed RAG status per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D2352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1907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Titan S2P Implementation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· 89.2% (132/148)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40507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· 35.7% of 14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45811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· 3 issue(s)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51114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55448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55448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D2352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1907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37760" y="2560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UniSan S2P Implementation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· 99.4% (169/170)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40507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· 56.4% of 39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45811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· 0 issue(s)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51114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logged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slippage &amp; milestone health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vs latest stored snapshot, per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Titan S2P Implementation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865376"/>
            <a:ext cx="447081" cy="21945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810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121408"/>
            <a:ext cx="4923409" cy="2194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0665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89.2%  (+81.1 pts)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916936"/>
            <a:ext cx="1495789" cy="21945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8620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27.1%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172968"/>
            <a:ext cx="5486400" cy="2194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1181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  (+72.3 pts)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   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1554480"/>
            <a:ext cx="4114800" cy="4297680"/>
          </a:xfrm>
          <a:prstGeom prst="roundRect">
            <a:avLst>
              <a:gd name="adj" fmla="val 2222"/>
            </a:avLst>
          </a:prstGeom>
          <a:solidFill>
            <a:srgbClr val="141B47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weakness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228600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health is Amber-or-worse across the entire portfolio — phase-level slippage is a shared weakness, not a one-project issue.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Titan S2P Impleme…: Red (35.7%) — Build, Migration, Hypercare, Configuration Docum…, Configuration and B…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Implem…: Red (56.4%) — Training Phase I, Hypercare Phase I, Configuration Valid…, eProc and eInvoice…, Contract Management…, Supplier Informatio…, iSource Configurati…, Merlin Intake Confi…, User Acceptance Tes…, UAT Completion, Value KPI Sign-off, Training Phase II, Training Completion, Production Migratio…, Sanity on Productio…, Go /No-go Check Poi…, Release Zycus syste…, KPI Reports to be m…, Sanity on Productio…, Go /No-go Check Poi…, Release Zycus syste…, Production Go-Live…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gap: commentary discipline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Stakeholder-comment logging by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Stakeholder-comment logging is inconsistent across projects — some PMs log commentary, others log none, which biases every comment-derived signal.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10515600" cy="640080"/>
          </a:xfrm>
          <a:prstGeom prst="roundRect">
            <a:avLst>
              <a:gd name="adj" fmla="val 8571"/>
            </a:avLst>
          </a:prstGeom>
          <a:solidFill>
            <a:srgbClr val="E8F0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51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Titan S2P Implementation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2651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logged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401568"/>
            <a:ext cx="10515600" cy="640080"/>
          </a:xfrm>
          <a:prstGeom prst="roundRect">
            <a:avLst>
              <a:gd name="adj" fmla="val 8571"/>
            </a:avLst>
          </a:prstGeom>
          <a:solidFill>
            <a:srgbClr val="F5F8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401568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0" y="34015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2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comments logged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288536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every comment-derived signal (blockers, sentiment, data-integrity) is blind wherever a PM logs nothing — an absence of findings there is not evidence of health.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quality: source-tool reliability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source file's own status fields disagree with computed status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reliability of the source tool's own status fields varies by project — some files' self-reported health disagrees with the computed status more than others.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5875">
            <a:solidFill>
              <a:srgbClr val="E0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4203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Titan S2P Implementation  </a:t>
            </a:r>
            <a:pPr indent="0" marL="0">
              <a:buNone/>
            </a:pPr>
            <a:r>
              <a:rPr lang="en-US" sz="110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conflict(s)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file's own Schedule Health is 'Green', but this agent computed 'Red' from independently verified signals.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9359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Implementation  </a:t>
            </a:r>
            <a:pPr indent="0" marL="0"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conflict(s)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93192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status fields agree with computed status.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fallback-template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60020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phase-level milestone slippage as a portfolio-wide problem and review phase re-baselining across projects, not case by case.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292608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stakeholder-comment logging across PMs — uneven commentary discipline is silently biasing the comment-derived signals.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425196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slippage is trending up across the board; escalate resourcing review before the next reporting cycle.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Zycus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ONLY — Portfolio Health</dc:title>
  <dc:subject>PptxGenJS Presentation</dc:subject>
  <dc:creator>Zycus Delivery</dc:creator>
  <cp:lastModifiedBy>Zycus Delivery</cp:lastModifiedBy>
  <cp:revision>1</cp:revision>
  <dcterms:created xsi:type="dcterms:W3CDTF">2026-10-01T12:10:53Z</dcterms:created>
  <dcterms:modified xsi:type="dcterms:W3CDTF">2026-10-01T12:10:53Z</dcterms:modified>
</cp:coreProperties>
</file>