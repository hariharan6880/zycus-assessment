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116</c:v>
                </c:pt>
                <c:pt idx="1">
                  <c:v>170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286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664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6090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185160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09416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33672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75792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8218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89863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143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23992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6792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22020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41640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5920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61601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12961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187452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77640" y="1929567"/>
            <a:ext cx="63760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3664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 f…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3288" y="2186452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9877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Zycus system to all users  for iContra…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13288" y="2448580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6090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 Phase 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3288" y="2710708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303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5394" y="2978079"/>
            <a:ext cx="191282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8516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Integrati…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77930" y="3240207"/>
            <a:ext cx="4250724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44728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3848" y="3502335"/>
            <a:ext cx="2337898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0941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3848" y="3764463"/>
            <a:ext cx="325888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7154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44983" y="4026591"/>
            <a:ext cx="1700290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3367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iSource Configuration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11746" y="4288719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9580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Intake Configuration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11746" y="4550847"/>
            <a:ext cx="991836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792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55559" y="4807732"/>
            <a:ext cx="162519" cy="16251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02005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45272" y="5075103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8218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424572" y="5337231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4431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37108" y="5599359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6153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earlier phase(s) completed — full history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and 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 On and User details Integration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Completion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to be migrated on PROD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on Production for iContract and iSuppl…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phases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and Sign-off IAD Draft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historical contracts details for Bulk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54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uploaded details and provide go ahead for bulk upload into P…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8254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924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9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supplier bulk upload data in the template provided by Zycus…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959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updated bulk upload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bulk uploaded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5093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6013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sign off on supplier bulk upload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5660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6272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further item(s) — details shared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iSource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2026-08-06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UniSan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2026-07-10T12:06:35Z</dcterms:created>
  <dcterms:modified xsi:type="dcterms:W3CDTF">2026-07-10T12:06:35Z</dcterms:modified>
</cp:coreProperties>
</file>