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 completion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EF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Delivered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116</c:v>
                </c:pt>
                <c:pt idx="1">
                  <c:v>170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34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UniSan S2P Implementation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Update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2026-08-01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40.6%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tasks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of 286 tasks delivered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43400" y="1600200"/>
          <a:ext cx="3200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8638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0574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target pace — recovery actions in progress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638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progress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657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Phase 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eProc and eInvoice and Merlin APSD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In…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36648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660904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185160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709416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233672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4757928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5282184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1" name="Shape 9"/>
          <p:cNvSpPr/>
          <p:nvPr/>
        </p:nvSpPr>
        <p:spPr>
          <a:xfrm>
            <a:off x="489863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1430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023992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6792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22020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63000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416408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59208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'26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220200" y="1856232"/>
            <a:ext cx="0" cy="3968496"/>
          </a:xfrm>
          <a:prstGeom prst="line">
            <a:avLst/>
          </a:prstGeom>
          <a:noFill/>
          <a:ln w="15875">
            <a:solidFill>
              <a:srgbClr val="024A52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8671560" y="13624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187452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77640" y="1929567"/>
            <a:ext cx="637609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3664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/No-go Check Point ( Meeting with UniSan) f…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313288" y="2186452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39877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Zycus system to all users  for iContra…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13288" y="2448580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66090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Go-Live Phase 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13288" y="2710708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92303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Phase 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65394" y="2978079"/>
            <a:ext cx="1912826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18516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Integrati…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77930" y="3240207"/>
            <a:ext cx="4250724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44728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3848" y="3502335"/>
            <a:ext cx="2337898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0941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eProc and eInvoice and Merlin APSD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3848" y="3764463"/>
            <a:ext cx="3258889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97154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944983" y="4026591"/>
            <a:ext cx="1700290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3367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iSource Configuration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11746" y="4288719"/>
            <a:ext cx="1062681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49580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Merlin Intake Configuration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11746" y="4550847"/>
            <a:ext cx="991836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75792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KPI Sign-off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855559" y="4807732"/>
            <a:ext cx="162519" cy="16251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02005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Phase II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645272" y="5075103"/>
            <a:ext cx="1204372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28218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424572" y="5337231"/>
            <a:ext cx="1062681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54431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 Phase II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10637108" y="5599359"/>
            <a:ext cx="1204372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0332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2026-05-19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83564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2026-09-07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755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65176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9923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6344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1091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00800" y="61539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+ 13 earlier phase(s) completed — full history available on request.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been delivered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 Off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and Data Gathering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 On and User details Integration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Integrat…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Phase 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Completion I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KPI Sign-off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 Phase I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Reports to be migrated on PROD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on Production for iContract and iSuppl…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/No-go Check Point ( Meeting with UniSan)…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more phases delivered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and Sign-off IAD Draft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23544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585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historical contracts details for Bulk Upload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0" y="2258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825496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254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uploaded details and provide go ahead for bulk upload into P…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35440" y="28254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92424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39242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feedback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35440" y="33924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959352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59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supplier bulk upload data in the template provided by Zycus…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35440" y="3959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2026-06-12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52628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26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updated bulk upload data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3544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2026-06-24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09320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09320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bulk uploaded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35440" y="5093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2026-07-01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660136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66013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sign off on supplier bulk upload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235440" y="5660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2026-07-01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627278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further item(s) — details shared separately.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phase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iSource Configuration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2026-08-06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continued partnership. We look forward to the next milestone together.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Zycus - UniSan S2P Implementation — Project Status Update</dc:title>
  <dc:subject>PptxGenJS Presentation</dc:subject>
  <dc:creator>Zycus Delivery</dc:creator>
  <cp:lastModifiedBy>Zycus Delivery</cp:lastModifiedBy>
  <cp:revision>1</cp:revision>
  <dcterms:created xsi:type="dcterms:W3CDTF">2026-08-01T08:08:14Z</dcterms:created>
  <dcterms:modified xsi:type="dcterms:W3CDTF">2026-08-01T08:08:14Z</dcterms:modified>
</cp:coreProperties>
</file>