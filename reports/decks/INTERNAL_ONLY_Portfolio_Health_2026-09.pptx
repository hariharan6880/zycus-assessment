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12188952" cy="8229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Health Review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Cross-project synthesis for Zycus leadership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projects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As of 2026-09-01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493776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of 2 active project(s); worst current status is Red. 2 at Red (Zycus - Titan S2P Implementation, Zycus - UniSan S2P Implementation).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computed RAG status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69.6% (103/148)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28.6% of 14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229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· 3 issue(s)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554480"/>
            <a:ext cx="3657600" cy="868680"/>
          </a:xfrm>
          <a:prstGeom prst="roundRect">
            <a:avLst>
              <a:gd name="adj" fmla="val 10526"/>
            </a:avLst>
          </a:prstGeom>
          <a:solidFill>
            <a:srgbClr val="D2352C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7190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UniSan S2P Implementation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92.9% (158/170)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4050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· 28.2% of 39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4581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· 0 issue(s)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5111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 </a:t>
            </a:r>
            <a:pPr indent="0" marL="0"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logged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slippage &amp; milestone health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vs latest stored snapshot, per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865376"/>
            <a:ext cx="478362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121408"/>
            <a:ext cx="4110371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665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69.6%  (+61.5 pts)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260604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916936"/>
            <a:ext cx="1600446" cy="219456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862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172968"/>
            <a:ext cx="5486400" cy="21945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1810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  (+65.8 pts)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703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earliest    </a:t>
            </a:r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06640" y="1554480"/>
            <a:ext cx="4114800" cy="4297680"/>
          </a:xfrm>
          <a:prstGeom prst="roundRect">
            <a:avLst>
              <a:gd name="adj" fmla="val 2222"/>
            </a:avLst>
          </a:prstGeom>
          <a:solidFill>
            <a:srgbClr val="141B47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weakness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2286000"/>
            <a:ext cx="3657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health is Amber-or-worse across the entire portfolio — phase-level slippage is a shared weakness, not a one-project issue.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Impleme…: Red (28.6%) — Build, Migration, Hypercare, Configuration Docum…</a:t>
            </a:r>
            <a:endParaRPr lang="en-US" sz="12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Implem…: Red (28.2%) — Training Phase I, Hypercare Phase I, Configuration Valid…, eProc and eInvoice…, Contract Management…, Supplier Informatio…, iSource Configurati…, Merlin Intake Confi…, User Acceptance Tes…, UAT Completion, Value KPI Sign-off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gap: commentary discipline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Stakeholder-comment logging by project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Stakeholder-comment logging is inconsistent across projects — some PMs log commentary, others log none, which biases every comment-derived signal.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651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595360" y="26517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 logged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01568"/>
            <a:ext cx="10515600" cy="640080"/>
          </a:xfrm>
          <a:prstGeom prst="roundRect">
            <a:avLst>
              <a:gd name="adj" fmla="val 8571"/>
            </a:avLst>
          </a:prstGeom>
          <a:solidFill>
            <a:srgbClr val="F5F8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401568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95360" y="3401568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23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logged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4288536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every comment-derived signal (blockers, sentiment, data-integrity) is blind wherever a PM logs nothing — an absence of findings there is not evidence of health.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source-tool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source file's own status fields disagree with computed status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146304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reliability of the source tool's own status fields varies by project — some files' self-reported health disagrees with the computed status more than others.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15875">
            <a:solidFill>
              <a:srgbClr val="E0A1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54203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Titan S2P Implementation  </a:t>
            </a:r>
            <a:pPr indent="0" marL="0">
              <a:buNone/>
            </a:pPr>
            <a:r>
              <a:rPr lang="en-US" sz="1100" b="1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conflict(s)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88036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file's own Schedule Health is 'Green', but this agent computed 'Red' from independently verified signals.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E8F0FE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93592"/>
            <a:ext cx="101498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- UniSan S2P Implementation  </a:t>
            </a:r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conflict(s)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9319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status fields agree with computed status.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777240"/>
            <a:ext cx="10908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fallback-template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644652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ONLY — Zycus leadership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60020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phase-level milestone slippage as a portfolio-wide problem and review phase re-baselining across projects, not case by case.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2971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00200" y="292608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stakeholder-comment logging across PMs — uneven commentary discipline is silently biasing the comment-derived signals.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297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4251960"/>
            <a:ext cx="9784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slippage is trending up across the board; escalate resourcing review before the next reporting cycle.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ONLY — Portfolio Health</dc:title>
  <dc:subject>PptxGenJS Presentation</dc:subject>
  <dc:creator>Zycus Delivery</dc:creator>
  <cp:lastModifiedBy>Zycus Delivery</cp:lastModifiedBy>
  <cp:revision>1</cp:revision>
  <dcterms:created xsi:type="dcterms:W3CDTF">2026-09-01T10:54:13Z</dcterms:created>
  <dcterms:modified xsi:type="dcterms:W3CDTF">2026-09-01T10:54:13Z</dcterms:modified>
</cp:coreProperties>
</file>