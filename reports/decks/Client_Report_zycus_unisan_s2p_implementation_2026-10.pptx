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 completion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EFE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Delivered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116</c:v>
                </c:pt>
                <c:pt idx="1">
                  <c:v>170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34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UniSan S2P Implementation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Status Update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2026-10-01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40.6%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 tasks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 of 286 tasks delivered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343400" y="1600200"/>
          <a:ext cx="3200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8638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20574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target pace — recovery actions in progress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8638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progress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657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 I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Phase I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&amp; Documentation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eProc and eInvoice and Merlin APSD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with Basic Setup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Information Management with In…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36648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660904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185160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709416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233672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4757928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5282184"/>
            <a:ext cx="11201400" cy="262128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11" name="Shape 9"/>
          <p:cNvSpPr/>
          <p:nvPr/>
        </p:nvSpPr>
        <p:spPr>
          <a:xfrm>
            <a:off x="4734899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7699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'26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82419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25219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'26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288189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30989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'26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09396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36760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'26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184148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84280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'26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1841480" y="1856232"/>
            <a:ext cx="0" cy="3968496"/>
          </a:xfrm>
          <a:prstGeom prst="line">
            <a:avLst/>
          </a:prstGeom>
          <a:noFill/>
          <a:ln w="15875">
            <a:solidFill>
              <a:srgbClr val="024A52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1292840" y="13624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1874520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 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77640" y="1929567"/>
            <a:ext cx="524256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136648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/No-go Check Point ( Meeting with UniSan) f…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61394" y="2186452"/>
            <a:ext cx="162519" cy="162519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398776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Zycus system to all users  for iContra…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61394" y="2448580"/>
            <a:ext cx="162519" cy="162519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60904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Go-Live Phase 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61394" y="2710708"/>
            <a:ext cx="162519" cy="162519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923032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 Phase 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00904" y="2978079"/>
            <a:ext cx="1572768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185160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Information Management with Integrati…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75656" y="3240207"/>
            <a:ext cx="3495040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447288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&amp; Documentation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83411" y="3502335"/>
            <a:ext cx="1922272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709416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eProc and eInvoice and Merlin APSD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83411" y="3764463"/>
            <a:ext cx="2679531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971544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with Basic Setup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39677" y="4026591"/>
            <a:ext cx="1398016" cy="152034"/>
          </a:xfrm>
          <a:prstGeom prst="roundRect">
            <a:avLst>
              <a:gd name="adj" fmla="val 18043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233672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iSource Configuration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05683" y="4288719"/>
            <a:ext cx="873760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495800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Merlin Intake Configuration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705683" y="4550847"/>
            <a:ext cx="815509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757928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KPI Sign-off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973927" y="4807732"/>
            <a:ext cx="162519" cy="162519"/>
          </a:xfrm>
          <a:prstGeom prst="diamond">
            <a:avLst/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020056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 Phase II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637693" y="5075103"/>
            <a:ext cx="990261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5282184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Phase II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278451" y="5337231"/>
            <a:ext cx="873760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5544312"/>
            <a:ext cx="3246120" cy="26212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Migration Phase II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453203" y="5599359"/>
            <a:ext cx="990261" cy="152034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70332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2026-05-19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83564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2026-10-01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008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8755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65176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9923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6344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1091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400800" y="61539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+ 13 earlier phase(s) completed — full history available on request.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been delivered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 Off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and Data Gathering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Validation &amp; Documentation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 On and User details Integration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Management with Basic Setup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Information Management with Integrat…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 Phase 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Completion I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KPI Sign-off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Migration Phase I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Reports to be migrated on PROD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on Production for iContract and iSuppl…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/No-go Check Point ( Meeting with UniSan)…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more phases delivered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review and Sign-off IAD Draft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23544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2026-07-21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5856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585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historical contracts details for Bulk Upload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0" y="2258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2026-07-16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825496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82549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review uploaded details and provide go ahead for bulk upload into P…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235440" y="282549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2026-07-24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392424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39242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feedback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35440" y="33924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2026-07-22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959352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959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supplier bulk upload data in the template provided by Zycus…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35440" y="3959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2026-06-12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52628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5262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provide updated bulk upload data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35440" y="4526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2026-06-24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09320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09320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review bulk uploaded data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35440" y="50932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2026-07-01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" y="5660136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66013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UniSan to sign off on supplier bulk upload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235440" y="56601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8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2026-07-01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627278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further item(s) — details shared separately.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phase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iSource Configuration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2026-08-06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continued partnership. We look forward to the next milestone together.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Zycus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Zycus - UniSan S2P Implementation — Project Status Update</dc:title>
  <dc:subject>PptxGenJS Presentation</dc:subject>
  <dc:creator>Zycus Delivery</dc:creator>
  <cp:lastModifiedBy>Zycus Delivery</cp:lastModifiedBy>
  <cp:revision>1</cp:revision>
  <dcterms:created xsi:type="dcterms:W3CDTF">2026-10-01T12:10:52Z</dcterms:created>
  <dcterms:modified xsi:type="dcterms:W3CDTF">2026-10-01T12:10:52Z</dcterms:modified>
</cp:coreProperties>
</file>