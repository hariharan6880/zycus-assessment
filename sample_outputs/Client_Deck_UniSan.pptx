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116</c:v>
                </c:pt>
                <c:pt idx="1">
                  <c:v>170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2026-07-10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of 286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target pace — recovery actions in progress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In…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3664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66090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185160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709416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233672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75792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528218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489863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143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23992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6792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22020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300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41640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5920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61601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112961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187452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77640" y="1929567"/>
            <a:ext cx="637609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3664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 f…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13288" y="2186452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39877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Zycus system to all users  for iContra…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13288" y="2448580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66090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Go-Live Phase 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13288" y="2710708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2303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65394" y="2978079"/>
            <a:ext cx="1912826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18516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Integrati…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77930" y="3240207"/>
            <a:ext cx="4250724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44728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3848" y="3502335"/>
            <a:ext cx="2337898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0941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3848" y="3764463"/>
            <a:ext cx="3258889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7154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44983" y="4026591"/>
            <a:ext cx="1700290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3367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iSource Configuration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11746" y="4288719"/>
            <a:ext cx="106268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9580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Merlin Intake Configuration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11746" y="4550847"/>
            <a:ext cx="991836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75792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55559" y="4807732"/>
            <a:ext cx="162519" cy="16251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02005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645272" y="5075103"/>
            <a:ext cx="1204372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28218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424572" y="5337231"/>
            <a:ext cx="106268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54431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637108" y="5599359"/>
            <a:ext cx="1204372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61539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+ 13 earlier phase(s) completed — full history available on request.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 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and 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 On and User details Integration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Completion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to be migrated on PROD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on Production for iContract and iSuppl…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more phases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and Sign-off IAD Draft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historical contracts details for Bulk Upload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254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uploaded details and provide go ahead for bulk upload into P…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8254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92424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9242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feedback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35440" y="33924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59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supplier bulk upload data in the template provided by Zycus…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35440" y="3959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26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updated bulk upload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3544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9320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932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bulk uploaded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5093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6013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601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sign off on supplier bulk upload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35440" y="5660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62727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further item(s) — details shared separately.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iSource Configuration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2026-08-06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UniSan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2026-07-10T11:39:22Z</dcterms:created>
  <dcterms:modified xsi:type="dcterms:W3CDTF">2026-07-10T11:39:22Z</dcterms:modified>
</cp:coreProperties>
</file>