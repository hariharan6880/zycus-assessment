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synthesis for Zycus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As of 2026-07-10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2 active project(s); worst current status is Red. 1 at Red (Zycus - UniSan S2P Implementation). 1 at Amber (Zycus - Titan S2P Implementation).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computed RAG status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E0A1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6.8% (10/148)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14.3% of 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3 issue(s)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25.9% (44/170)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5.1% of 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0 issue(s)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logged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slippage &amp; milestone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vs latest stored snapshot,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1639846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1376661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  (-1.3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5486400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524346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18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25.9%  (-1.2 pts)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 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weakness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health is Amber-or-worse across the entire portfolio — phase-level slippage is a shared weakness, not a one-project issue.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Impleme…: Amber (14.3%) — Build, Migration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Implem…: Amber (5.1%) — Training Phase I, Hypercare Phase 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gap: commentary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Stakeholder-comment logging by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Stakeholder-comment logging is inconsistent across projects — some PMs log commentary, others log none, which biases every comment-derived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logged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88536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comment-derived signal (blockers, sentiment, data-integrity) is blind wherever a PM logs nothing — an absence of findings there is not evidence of health.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source-tool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source file's own status fields disagree with computed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of the source tool's own status fields varies by project — some files' self-reported health disagrees with the computed status more than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420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  </a:t>
            </a:r>
            <a:pPr indent="0" marL="0">
              <a:buNone/>
            </a:pPr>
            <a:r>
              <a:rPr lang="en-US" sz="11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file's own Schedule Health is 'Green', but this agent computed 'Amber' from independently verified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conflict(s)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status fields agree with computed status.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fallback-template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phase-level milestone slippage as a portfolio-wide problem and review phase re-baselining across projects, not case by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stakeholder-comment logging across PMs — uneven commentary discipline is silently biasing the comment-derived signals.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source-file status fields where they diverge most from computed status before trusting any vendor-reported health number.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ONLY — Portfolio Health</dc:title>
  <dc:subject>PptxGenJS Presentation</dc:subject>
  <dc:creator>Zycus Delivery</dc:creator>
  <cp:lastModifiedBy>Zycus Delivery</cp:lastModifiedBy>
  <cp:revision>1</cp:revision>
  <dcterms:created xsi:type="dcterms:W3CDTF">2026-07-10T11:39:23Z</dcterms:created>
  <dcterms:modified xsi:type="dcterms:W3CDTF">2026-07-10T11:39:23Z</dcterms:modified>
</cp:coreProperties>
</file>